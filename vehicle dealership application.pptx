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EF9A-A731-1DC2-CBCC-BB0439997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76B6C-4F9C-2749-6652-3137B9E2D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BED0B-BC73-204F-29F8-0B0E6EB6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0097-9C9C-A977-D023-3FD9FE49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3C6F3-B900-8B5D-2153-068C06C8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647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07C3-96CF-40E6-40F1-F924516F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0DC8E-6018-5570-3B4F-F6795C7BC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7F0BB-B7A6-6CF7-27E7-05E927D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D08E1-11C7-6EBF-A38B-B0F868FA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17EFA-2B0D-2E5E-EE7F-D6D4F371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924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C9C9-20CD-F51A-606D-7FDE8B5D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DDE36-7619-1BEE-AD09-72CA3B38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9C95-5490-4BEB-C445-19B40533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11879-BDFB-7BF7-1F1B-DFA88C31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E674-E823-277D-B725-41154362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069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019D-F888-242A-5140-2A183A1F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42E25-D70E-7471-F041-9D468BD6C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264CE-B51C-590E-AF05-5037D9703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02B6D-8C08-7B4F-291E-15BE5757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CB9AF-F80B-DD4D-9C75-37B23C81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37AA9-1061-A27B-6387-14F52B9C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511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CE3E-EF34-5210-073F-2ACB5389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52868-FDA1-2712-A2FA-95B2B8508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09FED-7B8F-E4E0-DABC-5C79547B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2C7CB-3FE7-DD5D-32E9-CCA55B463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56F19-92E6-63B5-763E-1BC11D9BE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8D947-4380-17E7-18FC-465578AC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D0C1F-9677-9822-1A26-F8A35343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729D6-9C49-402B-5C0F-A75C7E94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874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741E-DB84-6479-9CBD-D57AC86B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2597A-B7EC-23D5-4261-E7ACBE59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AB572-670E-99FF-CD95-D838F699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D7E1D-BCF9-0A1B-C4BA-8AD90A5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817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A4A0F-EB45-1CA4-993F-D97BD880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0FC03-D67E-580B-901C-DEC80070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608E8-D2E1-D6FE-D3EE-E3636C11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805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D3A5-FA44-5D8D-28A9-8D6BBF41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97995-15B7-DCF2-A6E9-10F94275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81023-11B9-26EB-A421-711DFCDA0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CA15F-C219-B211-2F6D-7DF7FD66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1AA05-7F6C-04C8-A4D6-84F9A300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780FC-0982-0564-8B3B-33C6163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229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7298-1C14-4F0A-6A93-205AA4B3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CCE7F-E704-C0F2-97BF-CC175D96D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8100A-2048-19D3-3D39-4F1228879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FE6A2-CBE3-3BB5-22DF-63E282B8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8643A-E105-4CA3-2D3B-A404CFC2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9B0CB-8E45-DB80-30EF-1168162F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3155-D99B-6B71-679F-C4880420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46181-F319-A90E-642B-3CDBDE28A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504DC-8E33-96AA-0139-F8F9944A6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043D5-05A9-2C94-5E0D-01D11E47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BF25F-9A5C-1682-ED9F-6B5D0A00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225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6596C-4EDF-8B30-3ABF-2E555286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9A9FD-9553-6349-DC7B-F0CC329E9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24F1D-E4A6-65CF-219F-5836454A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E8E6-329D-8E12-D601-75C72349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6732-16F5-372C-C090-A4C14BFC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5708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028A3-D4CB-D6AA-0E00-9652D655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CBF8B-B638-EDC4-6B4B-B9068CA7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EBF6-3455-5F78-3C07-AF18DACDE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EA705-A964-4DC4-B7E4-475F16D16814}" type="datetimeFigureOut">
              <a:rPr lang="en-IE" smtClean="0"/>
              <a:t>01/09/2022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3D48E-9E88-4DD8-7006-2E9B55869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BA900-9C30-8B45-85B5-FE0386457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07FA8-AC19-4FF7-95CA-EA4D769990C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97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F981-26AA-07C0-1E3A-E5A8CC435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vehicle </a:t>
            </a:r>
            <a:r>
              <a:rPr lang="en-IE" dirty="0"/>
              <a:t>dealership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59488-A3B1-6F37-7090-257C746BA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John Cliff Abaya N00200921</a:t>
            </a:r>
          </a:p>
          <a:p>
            <a:r>
              <a:rPr lang="en-IE" dirty="0"/>
              <a:t>Software project CA</a:t>
            </a:r>
          </a:p>
        </p:txBody>
      </p:sp>
    </p:spTree>
    <p:extLst>
      <p:ext uri="{BB962C8B-B14F-4D97-AF65-F5344CB8AC3E}">
        <p14:creationId xmlns:p14="http://schemas.microsoft.com/office/powerpoint/2010/main" val="73240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14B7-3A8D-A14B-E94B-14A6C671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D1EAC-AF8C-0E87-B592-88A2EF3B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concept of the application is that the user is able to log in and view vehicle entry detail and location of the vehicle and its dealership. </a:t>
            </a:r>
          </a:p>
          <a:p>
            <a:r>
              <a:rPr lang="en-IE" dirty="0"/>
              <a:t>The entries are being managed by the admin as it is either being added/modified or deleted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8476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E383-4153-205E-0057-503253E3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Log 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D50B2-DE66-E0CD-9841-8BA2AF5E4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log in function is able to work is by adding some code for role based authentication.</a:t>
            </a:r>
          </a:p>
          <a:p>
            <a:r>
              <a:rPr lang="en-IE" dirty="0"/>
              <a:t>The details entered can determine whether if the user is a admin or a regular user</a:t>
            </a:r>
          </a:p>
          <a:p>
            <a:r>
              <a:rPr lang="en-IE" dirty="0"/>
              <a:t>Which will route the user into different views depending on the users role</a:t>
            </a:r>
          </a:p>
        </p:txBody>
      </p:sp>
    </p:spTree>
    <p:extLst>
      <p:ext uri="{BB962C8B-B14F-4D97-AF65-F5344CB8AC3E}">
        <p14:creationId xmlns:p14="http://schemas.microsoft.com/office/powerpoint/2010/main" val="44973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703A-9BC3-6643-129A-87454680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new user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A0D5-AED4-E531-19CC-AA9DCA611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function allows the user to create a new account in order to </a:t>
            </a:r>
            <a:r>
              <a:rPr lang="en-GB"/>
              <a:t>be recognised as a user.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474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E44B-DCAC-1711-F541-41805AB5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Routes(user)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27550-1044-CEB3-4AAE-3F76910DC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For the regular user, they are routed to the regular version of the applications home.</a:t>
            </a:r>
          </a:p>
          <a:p>
            <a:r>
              <a:rPr lang="en-IE" dirty="0"/>
              <a:t>As for the functionality of the regular users routes, they are only able to view the vehicle and its details.</a:t>
            </a:r>
          </a:p>
        </p:txBody>
      </p:sp>
    </p:spTree>
    <p:extLst>
      <p:ext uri="{BB962C8B-B14F-4D97-AF65-F5344CB8AC3E}">
        <p14:creationId xmlns:p14="http://schemas.microsoft.com/office/powerpoint/2010/main" val="271651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B9F6-D752-C299-A643-1CD2812C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User(admin)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47D8C-6804-2DEA-E0C7-83977AA0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For the admin version of the application they are directed to their own version of the applications home.</a:t>
            </a:r>
          </a:p>
          <a:p>
            <a:r>
              <a:rPr lang="en-IE" dirty="0"/>
              <a:t>The admin is able to view the vehicle and its details</a:t>
            </a:r>
          </a:p>
          <a:p>
            <a:r>
              <a:rPr lang="en-IE" dirty="0"/>
              <a:t>The admin is also able to add/edit or delete a </a:t>
            </a:r>
            <a:r>
              <a:rPr lang="en-IE"/>
              <a:t>vehicle entry.</a:t>
            </a:r>
          </a:p>
        </p:txBody>
      </p:sp>
    </p:spTree>
    <p:extLst>
      <p:ext uri="{BB962C8B-B14F-4D97-AF65-F5344CB8AC3E}">
        <p14:creationId xmlns:p14="http://schemas.microsoft.com/office/powerpoint/2010/main" val="167439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95DB-456D-EE3D-22D6-1C06022D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Edit(admin)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9E13-0898-C7E8-DCD3-858EC31D6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function is intended for the admin only and serves to edit the following entry accordingly.</a:t>
            </a:r>
          </a:p>
        </p:txBody>
      </p:sp>
    </p:spTree>
    <p:extLst>
      <p:ext uri="{BB962C8B-B14F-4D97-AF65-F5344CB8AC3E}">
        <p14:creationId xmlns:p14="http://schemas.microsoft.com/office/powerpoint/2010/main" val="157804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4BA5-96EB-F8A2-D30D-E7C71A60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Delete(admin)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9713-C4E5-7E2B-0635-8D64D8DD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function is only intended for the admin as it allows the entry to be deleted.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1639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264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vehicle dealership application</vt:lpstr>
      <vt:lpstr>The concept</vt:lpstr>
      <vt:lpstr>Log in function</vt:lpstr>
      <vt:lpstr>Add new user</vt:lpstr>
      <vt:lpstr>Routes(user)</vt:lpstr>
      <vt:lpstr>User(admin) </vt:lpstr>
      <vt:lpstr>Edit(admin)</vt:lpstr>
      <vt:lpstr>Delete(admin)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dealership application</dc:title>
  <dc:creator>John Abaya (Student)</dc:creator>
  <cp:lastModifiedBy>John Abaya (Student)</cp:lastModifiedBy>
  <cp:revision>5</cp:revision>
  <dcterms:created xsi:type="dcterms:W3CDTF">2022-08-31T01:16:09Z</dcterms:created>
  <dcterms:modified xsi:type="dcterms:W3CDTF">2022-09-01T13:40:41Z</dcterms:modified>
</cp:coreProperties>
</file>